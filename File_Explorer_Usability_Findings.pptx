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4A7A">
              <a:alpha val="65000"/>
            </a:srgbClr>
          </a:solidFill>
          <a:ln w="12700">
            <a:solidFill>
              <a:srgbClr val="1C4A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914400"/>
            <a:ext cx="9601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914400"/>
            <a:ext cx="9601200" cy="502920"/>
          </a:xfrm>
          <a:prstGeom prst="rect">
            <a:avLst/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914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study_files  —  File Explorer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63840" y="1024128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241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9B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study_files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37360" y="1828800"/>
            <a:ext cx="256032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39112" y="1828800"/>
            <a:ext cx="256032" cy="25603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2130552"/>
            <a:ext cx="256032" cy="256032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39112" y="2130552"/>
            <a:ext cx="256032" cy="256032"/>
          </a:xfrm>
          <a:prstGeom prst="rect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3317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EXPLORER USABILITY STUDY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2697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Findings from an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737360" y="3200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 Test Session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737360" y="3886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Moderated remote think-aloud session  ·  Windows 11 File Explorer  ·  HF750, Testing &amp; Assessment Programs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37360" y="4526280"/>
            <a:ext cx="2712720" cy="914400"/>
          </a:xfrm>
          <a:prstGeom prst="rect">
            <a:avLst/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37360" y="4526280"/>
            <a:ext cx="271272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46360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74520" y="4965192"/>
            <a:ext cx="243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Preview pane fails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Office documents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24400" y="4526280"/>
            <a:ext cx="2712720" cy="914400"/>
          </a:xfrm>
          <a:prstGeom prst="rect">
            <a:avLst/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24400" y="4526280"/>
            <a:ext cx="2712720" cy="54864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1560" y="46360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61560" y="4965192"/>
            <a:ext cx="243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save to OneDrive,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Downloads as expected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711440" y="4526280"/>
            <a:ext cx="2712720" cy="914400"/>
          </a:xfrm>
          <a:prstGeom prst="rect">
            <a:avLst/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11440" y="4526280"/>
            <a:ext cx="2712720" cy="54864"/>
          </a:xfrm>
          <a:prstGeom prst="rect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48600" y="46360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11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848600" y="4965192"/>
            <a:ext cx="243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ZIP extraction is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non-obvious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6547104"/>
            <a:ext cx="100584" cy="10058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6547104"/>
            <a:ext cx="100584" cy="100584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6665976"/>
            <a:ext cx="100584" cy="100584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6665976"/>
            <a:ext cx="100584" cy="100584"/>
          </a:xfrm>
          <a:prstGeom prst="rect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0" y="64739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04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Explorer Usability Study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4739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Preview pane fails on Office documents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DIFFICULTY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7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6035040" cy="1051560"/>
          </a:xfrm>
          <a:prstGeom prst="rect">
            <a:avLst/>
          </a:prstGeom>
          <a:solidFill>
            <a:srgbClr val="F0F6F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3347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“Oh, this is annoying, I’m just gonna have to open it.”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Participant  //  ~16:54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HAPPENED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096512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Clicking a Word document to preview it triggered a Protected View security warning instead of a preview. The dialog's trust affordance wasn't visible without scrolling, so the participant abandoned the preview entirely and opened the file in Word instead.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0" y="822960"/>
            <a:ext cx="44805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822960"/>
            <a:ext cx="4480560" cy="365760"/>
          </a:xfrm>
          <a:prstGeom prst="rect">
            <a:avLst/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822960"/>
            <a:ext cx="54864" cy="51206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822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Backup_copy.docx  —  Preview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698480" y="932688"/>
            <a:ext cx="146304" cy="146304"/>
          </a:xfrm>
          <a:prstGeom prst="rect">
            <a:avLst/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932688"/>
            <a:ext cx="146304" cy="146304"/>
          </a:xfrm>
          <a:prstGeom prst="rect">
            <a:avLst/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47120" y="932688"/>
            <a:ext cx="146304" cy="146304"/>
          </a:xfrm>
          <a:prstGeom prst="rect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1417320"/>
            <a:ext cx="3931920" cy="3108960"/>
          </a:xfrm>
          <a:prstGeom prst="rect">
            <a:avLst/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2651760"/>
            <a:ext cx="640080" cy="6400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▶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9808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14:30 – 16:54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92640" y="1600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CFC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min 24 sec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0" y="4754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14:30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01000" y="4754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Participant clicks the file to preview it.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0" y="51206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15:00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01000" y="51206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warning blocks the preview pane.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315200" y="5486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16:54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01000" y="5486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“This is annoying, I'm just gonna have to open it.”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6547104"/>
            <a:ext cx="100584" cy="10058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6547104"/>
            <a:ext cx="100584" cy="100584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6665976"/>
            <a:ext cx="100584" cy="100584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6665976"/>
            <a:ext cx="100584" cy="100584"/>
          </a:xfrm>
          <a:prstGeom prst="rect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89920" y="64739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04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Explorer Usability Study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473952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6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save to OneDrive, not Downloads as expected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RATING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86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5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6035040" cy="1371600"/>
          </a:xfrm>
          <a:prstGeom prst="rect">
            <a:avLst/>
          </a:prstGeom>
          <a:solidFill>
            <a:srgbClr val="FFF4CE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880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  //  ~27:01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“It automatically saves to Downloads.”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611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6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REALITY  //  ~29:08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858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“Oh, it's in my OneDrive.”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4348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86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HAPPENED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736592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Word's default save location is a OneDrive-synced Documents folder, visually identical to the local Documents folder in the sidebar. The distinction isn't surfaced anywhere the participant looked before saving.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822960"/>
            <a:ext cx="44805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822960"/>
            <a:ext cx="4480560" cy="365760"/>
          </a:xfrm>
          <a:prstGeom prst="rect">
            <a:avLst/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822960"/>
            <a:ext cx="54864" cy="512064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822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698480" y="932688"/>
            <a:ext cx="146304" cy="146304"/>
          </a:xfrm>
          <a:prstGeom prst="rect">
            <a:avLst/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0" y="932688"/>
            <a:ext cx="146304" cy="146304"/>
          </a:xfrm>
          <a:prstGeom prst="rect">
            <a:avLst/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47120" y="932688"/>
            <a:ext cx="146304" cy="146304"/>
          </a:xfrm>
          <a:prstGeom prst="rect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9480" y="1371600"/>
            <a:ext cx="1463040" cy="4297680"/>
          </a:xfrm>
          <a:prstGeom prst="rect">
            <a:avLst/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1481328"/>
            <a:ext cx="1371600" cy="292608"/>
          </a:xfrm>
          <a:prstGeom prst="rect">
            <a:avLst/>
          </a:prstGeom>
          <a:solidFill>
            <a:srgbClr val="FFF4CE"/>
          </a:solidFill>
          <a:ln w="12700">
            <a:solidFill>
              <a:srgbClr val="FFF4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6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OneDrive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06640" y="1874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PC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406640" y="2240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0664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06640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06640" y="3337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Pictures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00684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name:  Reflection_Draft.docx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00684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6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location:  OneDrive → Documents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6547104"/>
            <a:ext cx="100584" cy="10058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6547104"/>
            <a:ext cx="100584" cy="100584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6665976"/>
            <a:ext cx="100584" cy="100584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6665976"/>
            <a:ext cx="100584" cy="100584"/>
          </a:xfrm>
          <a:prstGeom prst="rect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89920" y="64739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04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Explorer Usability Study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473952"/>
          </a:xfrm>
          <a:prstGeom prst="rect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11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ZIP extraction is non-obvious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DIFFICULTY RATING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11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→ 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331720" y="19019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 of 7, once extraction was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factored into the task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6035040" cy="914400"/>
          </a:xfrm>
          <a:prstGeom prst="rect">
            <a:avLst/>
          </a:prstGeom>
          <a:solidFill>
            <a:srgbClr val="FDE7E9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517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“I've never extracted before... I hope I did that right? I don't know.”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Participant  //  ~07:28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11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HAPPENED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913632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mounts ZIPs as browsable folders, so the first search task succeeded without extraction, and the participant had no signal anything was wrong. The “Extract All” action lives in a secondary toolbar tab that never surfaces until the user already suspects a problem.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822960"/>
            <a:ext cx="44805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822960"/>
            <a:ext cx="4480560" cy="365760"/>
          </a:xfrm>
          <a:prstGeom prst="rect">
            <a:avLst/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822960"/>
            <a:ext cx="54864" cy="5120640"/>
          </a:xfrm>
          <a:prstGeom prst="rect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822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study_files.zip  —  File Explorer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698480" y="932688"/>
            <a:ext cx="146304" cy="146304"/>
          </a:xfrm>
          <a:prstGeom prst="rect">
            <a:avLst/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0" y="932688"/>
            <a:ext cx="146304" cy="146304"/>
          </a:xfrm>
          <a:prstGeom prst="rect">
            <a:avLst/>
          </a:prstGeom>
          <a:solidFill>
            <a:srgbClr val="6E6E6E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47120" y="932688"/>
            <a:ext cx="146304" cy="146304"/>
          </a:xfrm>
          <a:prstGeom prst="rect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11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EXTRACTION STUMBLE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0" y="1737360"/>
            <a:ext cx="3931920" cy="1078992"/>
          </a:xfrm>
          <a:prstGeom prst="rect">
            <a:avLst/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1737360"/>
            <a:ext cx="73152" cy="107899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43800" y="1965960"/>
            <a:ext cx="502920" cy="502920"/>
          </a:xfrm>
          <a:prstGeom prst="rect">
            <a:avLst/>
          </a:prstGeom>
          <a:solidFill>
            <a:srgbClr val="E6F4E6"/>
          </a:solidFill>
          <a:ln w="12700">
            <a:solidFill>
              <a:srgbClr val="E6F4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18745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Searched inside the ZIP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83880" y="21945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 the first task without extracting. File Explorer makes a ZIP look like any other folder.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0" y="2926080"/>
            <a:ext cx="3931920" cy="1078992"/>
          </a:xfrm>
          <a:prstGeom prst="rect">
            <a:avLst/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2926080"/>
            <a:ext cx="73152" cy="1078992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43800" y="3154680"/>
            <a:ext cx="502920" cy="502920"/>
          </a:xfrm>
          <a:prstGeom prst="rect">
            <a:avLst/>
          </a:prstGeom>
          <a:solidFill>
            <a:srgbClr val="FFF4CE"/>
          </a:solidFill>
          <a:ln w="12700">
            <a:solidFill>
              <a:srgbClr val="FFF4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183880" y="3063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Moderator intervention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83880" y="33832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pointed out the file was still zipped; the participant had no independent signal.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0" y="4114800"/>
            <a:ext cx="3931920" cy="1078992"/>
          </a:xfrm>
          <a:prstGeom prst="rect">
            <a:avLst/>
          </a:prstGeom>
          <a:solidFill>
            <a:srgbClr val="F3F3F3"/>
          </a:solidFill>
          <a:ln w="12700">
            <a:solidFill>
              <a:srgbClr val="E1E1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0" y="4114800"/>
            <a:ext cx="73152" cy="1078992"/>
          </a:xfrm>
          <a:prstGeom prst="rect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43800" y="4343400"/>
            <a:ext cx="502920" cy="502920"/>
          </a:xfrm>
          <a:prstGeom prst="rect">
            <a:avLst/>
          </a:prstGeom>
          <a:solidFill>
            <a:srgbClr val="FDE7E9"/>
          </a:solidFill>
          <a:ln w="12700">
            <a:solidFill>
              <a:srgbClr val="FDE7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4380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11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183880" y="4251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Trial-and-error extraction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183880" y="45720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 hope I did that right? I don't know.” Succeeded only after exploring menus.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" y="6547104"/>
            <a:ext cx="100584" cy="10058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472" y="6547104"/>
            <a:ext cx="100584" cy="100584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8600" y="6665976"/>
            <a:ext cx="100584" cy="100584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" y="6665976"/>
            <a:ext cx="100584" cy="100584"/>
          </a:xfrm>
          <a:prstGeom prst="rect">
            <a:avLst/>
          </a:prstGeom>
          <a:solidFill>
            <a:srgbClr val="E81123"/>
          </a:solidFill>
          <a:ln w="12700">
            <a:solidFill>
              <a:srgbClr val="E811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789920" y="64739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04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2920" y="64739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BF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Explorer Usability Study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2026-08-20T02:03:22Z</dcterms:created>
  <dcterms:modified xsi:type="dcterms:W3CDTF">2026-08-20T02:03:22Z</dcterms:modified>
</cp:coreProperties>
</file>